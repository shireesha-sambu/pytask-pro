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PyTask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Automated Scripting, Web Scraping &amp; CLI Utility Engine</a:t>
            </a:r>
          </a:p>
          <a:p>
            <a:pPr>
              <a:defRPr sz="2200"/>
            </a:pPr>
            <a:r>
              <a:t>Sambu Shireesha | TSH/A96E4797</a:t>
            </a:r>
          </a:p>
          <a:p>
            <a:pPr>
              <a:defRPr sz="2200"/>
            </a:pPr>
            <a:r>
              <a:t>Python Developer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Automate web data extraction</a:t>
            </a:r>
          </a:p>
          <a:p>
            <a:pPr>
              <a:defRPr sz="2200"/>
            </a:pPr>
            <a:r>
              <a:t>Clean and normalize raw text</a:t>
            </a:r>
          </a:p>
          <a:p>
            <a:pPr>
              <a:defRPr sz="2200"/>
            </a:pPr>
            <a:r>
              <a:t>Export structured JSON/CSV reports</a:t>
            </a:r>
          </a:p>
          <a:p>
            <a:pPr>
              <a:defRPr sz="2200"/>
            </a:pPr>
            <a:r>
              <a:t>Expose the workflow through a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models.py – domain objects + OOP</a:t>
            </a:r>
          </a:p>
          <a:p>
            <a:pPr>
              <a:defRPr sz="1800"/>
            </a:pPr>
            <a:r>
              <a:t>scraper.py – Requests + BeautifulSoup</a:t>
            </a:r>
          </a:p>
          <a:p>
            <a:pPr>
              <a:defRPr sz="1800"/>
            </a:pPr>
            <a:r>
              <a:t>cleaner.py – regex cleaning</a:t>
            </a:r>
          </a:p>
          <a:p>
            <a:pPr>
              <a:defRPr sz="1800"/>
            </a:pPr>
            <a:r>
              <a:t>exporter.py – JSON/CSV</a:t>
            </a:r>
          </a:p>
          <a:p>
            <a:pPr>
              <a:defRPr sz="1800"/>
            </a:pPr>
            <a:r>
              <a:t>logger.py – decorators</a:t>
            </a:r>
          </a:p>
          <a:p>
            <a:pPr>
              <a:defRPr sz="1800"/>
            </a:pPr>
            <a:r>
              <a:t>cli.py – argparse orchestration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&amp; Decorators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Encapsulation through protected state + properties</a:t>
            </a:r>
          </a:p>
          <a:p>
            <a:pPr>
              <a:defRPr sz="2200"/>
            </a:pPr>
            <a:r>
              <a:t>Inheritance via BaseProcessor / RecordProcessor</a:t>
            </a:r>
          </a:p>
          <a:p>
            <a:pPr>
              <a:defRPr sz="2200"/>
            </a:pPr>
            <a:r>
              <a:t>@logged records lifecycle events</a:t>
            </a:r>
          </a:p>
          <a:p>
            <a:pPr>
              <a:defRPr sz="2200"/>
            </a:pPr>
            <a:r>
              <a:t>@timed measures execution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Scraping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Requests Session</a:t>
            </a:r>
          </a:p>
          <a:p>
            <a:pPr>
              <a:defRPr sz="1800"/>
            </a:pPr>
            <a:r>
              <a:t>Configurable timeout and retries</a:t>
            </a:r>
          </a:p>
          <a:p>
            <a:pPr>
              <a:defRPr sz="1800"/>
            </a:pPr>
            <a:r>
              <a:t>HTTP error handling</a:t>
            </a:r>
          </a:p>
          <a:p>
            <a:pPr>
              <a:defRPr sz="1800"/>
            </a:pPr>
            <a:r>
              <a:t>429 rate-limit handling</a:t>
            </a:r>
          </a:p>
          <a:p>
            <a:pPr>
              <a:defRPr sz="1800"/>
            </a:pPr>
            <a:r>
              <a:t>User-agent rotation</a:t>
            </a:r>
          </a:p>
          <a:p>
            <a:pPr>
              <a:defRPr sz="1800"/>
            </a:pPr>
            <a:r>
              <a:t>BeautifulSoup CSS selectors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Regex whitespace normalization</a:t>
            </a:r>
          </a:p>
          <a:p>
            <a:pPr>
              <a:defRPr sz="2200"/>
            </a:pPr>
            <a:r>
              <a:t>Control-character filtering</a:t>
            </a:r>
          </a:p>
          <a:p>
            <a:pPr>
              <a:defRPr sz="2200"/>
            </a:pPr>
            <a:r>
              <a:t>JSON import/export</a:t>
            </a:r>
          </a:p>
          <a:p>
            <a:pPr>
              <a:defRPr sz="2200"/>
            </a:pPr>
            <a:r>
              <a:t>CSV export with stable headers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scrape URL... -o output.json</a:t>
            </a:r>
          </a:p>
          <a:p>
            <a:pPr>
              <a:defRPr sz="2200"/>
            </a:pPr>
            <a:r>
              <a:t>clean input.json -o cleaned.json</a:t>
            </a:r>
          </a:p>
          <a:p>
            <a:pPr>
              <a:defRPr sz="2200"/>
            </a:pPr>
            <a:r>
              <a:t>export input.json -o report.csv</a:t>
            </a:r>
          </a:p>
          <a:p>
            <a:pPr>
              <a:defRPr sz="2200"/>
            </a:pPr>
            <a:r>
              <a:t>run URL... --json report.json --csv report.csv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pytest suite for cleaner/exporter/parser</a:t>
            </a:r>
          </a:p>
          <a:p>
            <a:pPr>
              <a:defRPr sz="2200"/>
            </a:pPr>
            <a:r>
              <a:t>pyproject.toml packaging</a:t>
            </a:r>
          </a:p>
          <a:p>
            <a:pPr>
              <a:defRPr sz="2200"/>
            </a:pPr>
            <a:r>
              <a:t>Console entry point: pytask-pro</a:t>
            </a:r>
          </a:p>
          <a:p>
            <a:pPr>
              <a:defRPr sz="2200"/>
            </a:pPr>
            <a:r>
              <a:t>Python 3.11 target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full pipeline against a permitted practice site</a:t>
            </a:r>
          </a:p>
          <a:p>
            <a:pPr>
              <a:defRPr sz="2200"/>
            </a:pPr>
            <a:r>
              <a:t>Inspect JSON output</a:t>
            </a:r>
          </a:p>
          <a:p>
            <a:pPr>
              <a:defRPr sz="2200"/>
            </a:pPr>
            <a:r>
              <a:t>Inspect CSV report</a:t>
            </a:r>
          </a:p>
          <a:p>
            <a:pPr>
              <a:defRPr sz="2200"/>
            </a:pPr>
            <a:r>
              <a:t>Run pytest and show passing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Modular and maintainable</a:t>
            </a:r>
          </a:p>
          <a:p>
            <a:pPr>
              <a:defRPr sz="2200"/>
            </a:pPr>
            <a:r>
              <a:t>Resilient scraping controls</a:t>
            </a:r>
          </a:p>
          <a:p>
            <a:pPr>
              <a:defRPr sz="2200"/>
            </a:pPr>
            <a:r>
              <a:t>Clean CLI workflow</a:t>
            </a:r>
          </a:p>
          <a:p>
            <a:pPr>
              <a:defRPr sz="2200"/>
            </a:pPr>
            <a:r>
              <a:t>Automated file exports</a:t>
            </a:r>
          </a:p>
          <a:p>
            <a:pPr>
              <a:defRPr sz="2200"/>
            </a:pPr>
            <a:r>
              <a:t>Tested and package-ready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